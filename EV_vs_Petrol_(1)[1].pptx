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3"/>
  </p:sldMasterIdLst>
  <p:sldIdLst>
    <p:sldId id="256" r:id="rId4"/>
    <p:sldId id="257" r:id="rId5"/>
    <p:sldId id="259" r:id="rId6"/>
    <p:sldId id="260" r:id="rId7"/>
    <p:sldId id="261" r:id="rId8"/>
    <p:sldId id="263" r:id="rId9"/>
    <p:sldId id="271" r:id="rId10"/>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0" name="PlaceHolder 1"/>
          <p:cNvSpPr>
            <a:spLocks noGrp="1"/>
          </p:cNvSpPr>
          <p:nvPr>
            <p:ph type="title" hasCustomPrompt="1"/>
          </p:nvPr>
        </p:nvSpPr>
        <p:spPr>
          <a:xfrm>
            <a:off x="457920" y="368280"/>
            <a:ext cx="7930800" cy="2430360"/>
          </a:xfrm>
          <a:prstGeom prst="rect">
            <a:avLst/>
          </a:prstGeom>
          <a:noFill/>
          <a:ln w="0">
            <a:noFill/>
          </a:ln>
        </p:spPr>
        <p:txBody>
          <a:bodyPr lIns="91440" tIns="91440" rIns="91440" bIns="91440" anchor="t">
            <a:noAutofit/>
          </a:bodyPr>
          <a:p>
            <a:pPr indent="0">
              <a:buNone/>
            </a:pPr>
            <a:r>
              <a:rPr lang="fr-FR" sz="7500" b="0" u="none" strike="noStrike">
                <a:solidFill>
                  <a:schemeClr val="dk1"/>
                </a:solidFill>
                <a:effectLst/>
                <a:uFillTx/>
                <a:latin typeface="Arial" panose="020B0604020202020204"/>
              </a:rPr>
              <a:t>Click to edit the title text format</a:t>
            </a:r>
            <a:endParaRPr lang="fr-FR" sz="7500" b="0" u="none" strike="noStrike">
              <a:solidFill>
                <a:schemeClr val="dk1"/>
              </a:solidFill>
              <a:effectLst/>
              <a:uFillTx/>
              <a:latin typeface="Arial" panose="020B0604020202020204"/>
            </a:endParaRPr>
          </a:p>
        </p:txBody>
      </p:sp>
      <p:pic>
        <p:nvPicPr>
          <p:cNvPr id="2" name="Google Shape;11;p2"/>
          <p:cNvPicPr/>
          <p:nvPr/>
        </p:nvPicPr>
        <p:blipFill>
          <a:blip r:embed="rId2">
            <a:alphaModFix amt="64000"/>
          </a:blip>
          <a:srcRect l="11021" r="13736" b="8153"/>
          <a:stretch>
            <a:fillRect/>
          </a:stretch>
        </p:blipFill>
        <p:spPr>
          <a:xfrm>
            <a:off x="3834360" y="1266120"/>
            <a:ext cx="6625800" cy="5777280"/>
          </a:xfrm>
          <a:prstGeom prst="rect">
            <a:avLst/>
          </a:prstGeom>
          <a:noFill/>
          <a:ln w="0">
            <a:noFill/>
          </a:ln>
        </p:spPr>
      </p:pic>
      <p:sp>
        <p:nvSpPr>
          <p:cNvPr id="3"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hasCustomPrompt="1"/>
          </p:nvPr>
        </p:nvSpPr>
        <p:spPr>
          <a:xfrm>
            <a:off x="1284120" y="1953000"/>
            <a:ext cx="4454280" cy="799200"/>
          </a:xfrm>
          <a:prstGeom prst="rect">
            <a:avLst/>
          </a:prstGeom>
          <a:noFill/>
          <a:ln w="0">
            <a:noFill/>
          </a:ln>
        </p:spPr>
        <p:txBody>
          <a:bodyPr lIns="91440" tIns="91440" rIns="91440" bIns="91440" anchor="b">
            <a:noAutofit/>
          </a:bodyPr>
          <a:p>
            <a:pPr indent="0">
              <a:lnSpc>
                <a:spcPct val="100000"/>
              </a:lnSpc>
              <a:buNone/>
            </a:pPr>
            <a:r>
              <a:rPr lang="fr-FR" sz="6000" b="0" u="none" strike="noStrike">
                <a:solidFill>
                  <a:schemeClr val="dk1"/>
                </a:solidFill>
                <a:effectLst/>
                <a:uFillTx/>
                <a:latin typeface="Viaoda Libre"/>
                <a:ea typeface="Viaoda Libre"/>
              </a:rPr>
              <a:t>xx%</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hasCustomPrompt="1"/>
          </p:nvPr>
        </p:nvSpPr>
        <p:spPr>
          <a:xfrm>
            <a:off x="2576520" y="1292760"/>
            <a:ext cx="677520" cy="403560"/>
          </a:xfrm>
          <a:prstGeom prst="rect">
            <a:avLst/>
          </a:prstGeom>
          <a:noFill/>
          <a:ln w="0">
            <a:noFill/>
          </a:ln>
        </p:spPr>
        <p:txBody>
          <a:bodyPr lIns="91440" tIns="91440" rIns="91440" bIns="91440" anchor="ctr">
            <a:noAutofit/>
          </a:bodyPr>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panose="020B0604020202020204"/>
            </a:endParaRPr>
          </a:p>
        </p:txBody>
      </p:sp>
      <p:sp>
        <p:nvSpPr>
          <p:cNvPr id="5" name="PlaceHolder 2"/>
          <p:cNvSpPr>
            <a:spLocks noGrp="1"/>
          </p:cNvSpPr>
          <p:nvPr>
            <p:ph type="title" hasCustomPrompt="1"/>
          </p:nvPr>
        </p:nvSpPr>
        <p:spPr>
          <a:xfrm>
            <a:off x="2576520" y="2187720"/>
            <a:ext cx="677520" cy="403560"/>
          </a:xfrm>
          <a:prstGeom prst="rect">
            <a:avLst/>
          </a:prstGeom>
          <a:noFill/>
          <a:ln w="0">
            <a:noFill/>
          </a:ln>
        </p:spPr>
        <p:txBody>
          <a:bodyPr lIns="91440" tIns="91440" rIns="91440" bIns="91440" anchor="ctr">
            <a:noAutofit/>
          </a:bodyPr>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panose="020B0604020202020204"/>
            </a:endParaRPr>
          </a:p>
        </p:txBody>
      </p:sp>
      <p:sp>
        <p:nvSpPr>
          <p:cNvPr id="6" name="PlaceHolder 3"/>
          <p:cNvSpPr>
            <a:spLocks noGrp="1"/>
          </p:cNvSpPr>
          <p:nvPr>
            <p:ph type="title" hasCustomPrompt="1"/>
          </p:nvPr>
        </p:nvSpPr>
        <p:spPr>
          <a:xfrm>
            <a:off x="2576520" y="3082680"/>
            <a:ext cx="677520" cy="403560"/>
          </a:xfrm>
          <a:prstGeom prst="rect">
            <a:avLst/>
          </a:prstGeom>
          <a:noFill/>
          <a:ln w="0">
            <a:noFill/>
          </a:ln>
        </p:spPr>
        <p:txBody>
          <a:bodyPr lIns="91440" tIns="91440" rIns="91440" bIns="91440" anchor="ctr">
            <a:noAutofit/>
          </a:bodyPr>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panose="020B0604020202020204"/>
            </a:endParaRPr>
          </a:p>
        </p:txBody>
      </p:sp>
      <p:sp>
        <p:nvSpPr>
          <p:cNvPr id="7" name="PlaceHolder 4"/>
          <p:cNvSpPr>
            <a:spLocks noGrp="1"/>
          </p:cNvSpPr>
          <p:nvPr>
            <p:ph type="title" hasCustomPrompt="1"/>
          </p:nvPr>
        </p:nvSpPr>
        <p:spPr>
          <a:xfrm>
            <a:off x="2576520" y="3937680"/>
            <a:ext cx="677520" cy="403560"/>
          </a:xfrm>
          <a:prstGeom prst="rect">
            <a:avLst/>
          </a:prstGeom>
          <a:noFill/>
          <a:ln w="0">
            <a:noFill/>
          </a:ln>
        </p:spPr>
        <p:txBody>
          <a:bodyPr lIns="91440" tIns="91440" rIns="91440" bIns="91440" anchor="ctr">
            <a:noAutofit/>
          </a:bodyPr>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panose="020B0604020202020204"/>
            </a:endParaRPr>
          </a:p>
        </p:txBody>
      </p:sp>
      <p:sp>
        <p:nvSpPr>
          <p:cNvPr id="8" name="PlaceHolder 5"/>
          <p:cNvSpPr>
            <a:spLocks noGrp="1"/>
          </p:cNvSpPr>
          <p:nvPr>
            <p:ph type="title" hasCustomPrompt="1"/>
          </p:nvPr>
        </p:nvSpPr>
        <p:spPr>
          <a:xfrm>
            <a:off x="515160" y="212400"/>
            <a:ext cx="811332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pic>
        <p:nvPicPr>
          <p:cNvPr id="9" name="Google Shape;55;p13"/>
          <p:cNvPicPr/>
          <p:nvPr/>
        </p:nvPicPr>
        <p:blipFill>
          <a:blip r:embed="rId2">
            <a:alphaModFix amt="64000"/>
          </a:blip>
          <a:srcRect l="11021" r="13736" b="8153"/>
          <a:stretch>
            <a:fillRect/>
          </a:stretch>
        </p:blipFill>
        <p:spPr>
          <a:xfrm rot="10523400">
            <a:off x="6530760" y="569520"/>
            <a:ext cx="6625800" cy="5777280"/>
          </a:xfrm>
          <a:prstGeom prst="rect">
            <a:avLst/>
          </a:prstGeom>
          <a:noFill/>
          <a:ln w="0">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0" name="PlaceHolder 1"/>
          <p:cNvSpPr>
            <a:spLocks noGrp="1"/>
          </p:cNvSpPr>
          <p:nvPr>
            <p:ph type="title" hasCustomPrompt="1"/>
          </p:nvPr>
        </p:nvSpPr>
        <p:spPr>
          <a:xfrm>
            <a:off x="457200" y="3445560"/>
            <a:ext cx="8113320" cy="1274760"/>
          </a:xfrm>
          <a:prstGeom prst="rect">
            <a:avLst/>
          </a:prstGeom>
          <a:noFill/>
          <a:ln w="0">
            <a:noFill/>
          </a:ln>
        </p:spPr>
        <p:txBody>
          <a:bodyPr lIns="91440" tIns="91440" rIns="91440" bIns="91440" anchor="b">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pic>
        <p:nvPicPr>
          <p:cNvPr id="11" name="Google Shape;59;p14"/>
          <p:cNvPicPr/>
          <p:nvPr/>
        </p:nvPicPr>
        <p:blipFill>
          <a:blip r:embed="rId2">
            <a:alphaModFix amt="64000"/>
          </a:blip>
          <a:srcRect l="11021" r="13736" b="8153"/>
          <a:stretch>
            <a:fillRect/>
          </a:stretch>
        </p:blipFill>
        <p:spPr>
          <a:xfrm rot="19518600">
            <a:off x="3620520" y="2570760"/>
            <a:ext cx="6625800" cy="5777280"/>
          </a:xfrm>
          <a:prstGeom prst="rect">
            <a:avLst/>
          </a:prstGeom>
          <a:noFill/>
          <a:ln w="0">
            <a:noFill/>
          </a:ln>
        </p:spPr>
      </p:pic>
      <p:sp>
        <p:nvSpPr>
          <p:cNvPr id="12"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body" hasCustomPrompt="1"/>
          </p:nvPr>
        </p:nvSpPr>
        <p:spPr>
          <a:xfrm>
            <a:off x="845280" y="1199520"/>
            <a:ext cx="4619880" cy="209988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endParaRPr lang="fr-FR" sz="14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endParaRPr lang="fr-FR" sz="14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endParaRPr lang="fr-FR" sz="1400" b="0" u="none" strike="noStrike">
              <a:solidFill>
                <a:srgbClr val="000000"/>
              </a:solidFill>
              <a:effectLst/>
              <a:uFillTx/>
              <a:latin typeface="Arial" panose="020B0604020202020204"/>
            </a:endParaRPr>
          </a:p>
        </p:txBody>
      </p:sp>
      <p:sp>
        <p:nvSpPr>
          <p:cNvPr id="14" name="PlaceHolder 2"/>
          <p:cNvSpPr>
            <a:spLocks noGrp="1"/>
          </p:cNvSpPr>
          <p:nvPr>
            <p:ph type="title" hasCustomPrompt="1"/>
          </p:nvPr>
        </p:nvSpPr>
        <p:spPr>
          <a:xfrm>
            <a:off x="515160" y="212400"/>
            <a:ext cx="811332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pic>
        <p:nvPicPr>
          <p:cNvPr id="15" name="Google Shape;63;p15"/>
          <p:cNvPicPr/>
          <p:nvPr/>
        </p:nvPicPr>
        <p:blipFill>
          <a:blip r:embed="rId2">
            <a:alphaModFix amt="64000"/>
          </a:blip>
          <a:srcRect l="11021" r="13736" b="8153"/>
          <a:stretch>
            <a:fillRect/>
          </a:stretch>
        </p:blipFill>
        <p:spPr>
          <a:xfrm rot="3072000">
            <a:off x="-2614320" y="-1976760"/>
            <a:ext cx="4433400" cy="3866040"/>
          </a:xfrm>
          <a:prstGeom prst="rect">
            <a:avLst/>
          </a:prstGeom>
          <a:noFill/>
          <a:ln w="0">
            <a:noFill/>
          </a:ln>
        </p:spPr>
      </p:pic>
      <p:sp>
        <p:nvSpPr>
          <p:cNvPr id="16" name="PlaceHolder 3"/>
          <p:cNvSpPr>
            <a:spLocks noGrp="1"/>
          </p:cNvSpPr>
          <p:nvPr>
            <p:ph type="body" hasCustomPrompt="1"/>
          </p:nvPr>
        </p:nvSpPr>
        <p:spPr>
          <a:xfrm>
            <a:off x="5782680" y="1249560"/>
            <a:ext cx="3360960" cy="3893760"/>
          </a:xfrm>
          <a:prstGeom prst="rect">
            <a:avLst/>
          </a:prstGeom>
          <a:noFill/>
          <a:ln w="0">
            <a:noFill/>
          </a:ln>
        </p:spPr>
        <p:txBody>
          <a:bodyPr lIns="90000" tIns="45000" rIns="90000" bIns="45000" anchor="t">
            <a:normAutofit fontScale="85000" lnSpcReduction="9999"/>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17" name="Google Shape;66;p16"/>
          <p:cNvPicPr/>
          <p:nvPr/>
        </p:nvPicPr>
        <p:blipFill>
          <a:blip r:embed="rId2">
            <a:alphaModFix amt="64000"/>
          </a:blip>
          <a:srcRect l="11021" r="13736" b="8153"/>
          <a:stretch>
            <a:fillRect/>
          </a:stretch>
        </p:blipFill>
        <p:spPr>
          <a:xfrm rot="13175400">
            <a:off x="172080" y="-2061000"/>
            <a:ext cx="4599360" cy="4010400"/>
          </a:xfrm>
          <a:prstGeom prst="rect">
            <a:avLst/>
          </a:prstGeom>
          <a:noFill/>
          <a:ln w="0">
            <a:noFill/>
          </a:ln>
        </p:spPr>
      </p:pic>
      <p:sp>
        <p:nvSpPr>
          <p:cNvPr id="18" name="PlaceHolder 1"/>
          <p:cNvSpPr>
            <a:spLocks noGrp="1"/>
          </p:cNvSpPr>
          <p:nvPr>
            <p:ph type="title" hasCustomPrompt="1"/>
          </p:nvPr>
        </p:nvSpPr>
        <p:spPr>
          <a:xfrm>
            <a:off x="515160" y="212400"/>
            <a:ext cx="811332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pic>
        <p:nvPicPr>
          <p:cNvPr id="19" name="Google Shape;69;p17"/>
          <p:cNvPicPr/>
          <p:nvPr/>
        </p:nvPicPr>
        <p:blipFill>
          <a:blip r:embed="rId2">
            <a:alphaModFix amt="64000"/>
          </a:blip>
          <a:srcRect l="11021" r="13736" b="8153"/>
          <a:stretch>
            <a:fillRect/>
          </a:stretch>
        </p:blipFill>
        <p:spPr>
          <a:xfrm rot="4050000">
            <a:off x="7011720" y="-2139120"/>
            <a:ext cx="6625800" cy="5777280"/>
          </a:xfrm>
          <a:prstGeom prst="rect">
            <a:avLst/>
          </a:prstGeom>
          <a:noFill/>
          <a:ln w="0">
            <a:noFill/>
          </a:ln>
        </p:spPr>
      </p:pic>
      <p:sp>
        <p:nvSpPr>
          <p:cNvPr id="20" name="PlaceHolder 1"/>
          <p:cNvSpPr>
            <a:spLocks noGrp="1"/>
          </p:cNvSpPr>
          <p:nvPr>
            <p:ph type="title" hasCustomPrompt="1"/>
          </p:nvPr>
        </p:nvSpPr>
        <p:spPr>
          <a:xfrm>
            <a:off x="515160" y="212400"/>
            <a:ext cx="811332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hasCustomPrompt="1"/>
          </p:nvPr>
        </p:nvSpPr>
        <p:spPr>
          <a:xfrm>
            <a:off x="486000" y="212400"/>
            <a:ext cx="817128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pic>
        <p:nvPicPr>
          <p:cNvPr id="22" name="Google Shape;79;p18"/>
          <p:cNvPicPr/>
          <p:nvPr/>
        </p:nvPicPr>
        <p:blipFill>
          <a:blip r:embed="rId2">
            <a:alphaModFix amt="64000"/>
          </a:blip>
          <a:srcRect l="11021" r="13736" b="8153"/>
          <a:stretch>
            <a:fillRect/>
          </a:stretch>
        </p:blipFill>
        <p:spPr>
          <a:xfrm rot="4361400">
            <a:off x="5070240" y="2708640"/>
            <a:ext cx="6625800" cy="5777280"/>
          </a:xfrm>
          <a:prstGeom prst="rect">
            <a:avLst/>
          </a:prstGeom>
          <a:noFill/>
          <a:ln w="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hasCustomPrompt="1"/>
          </p:nvPr>
        </p:nvSpPr>
        <p:spPr>
          <a:xfrm>
            <a:off x="457200" y="212400"/>
            <a:ext cx="817128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pic>
        <p:nvPicPr>
          <p:cNvPr id="24" name="Google Shape;94;p19"/>
          <p:cNvPicPr/>
          <p:nvPr/>
        </p:nvPicPr>
        <p:blipFill>
          <a:blip r:embed="rId2">
            <a:alphaModFix amt="64000"/>
          </a:blip>
          <a:srcRect l="11021" r="13736" b="8153"/>
          <a:stretch>
            <a:fillRect/>
          </a:stretch>
        </p:blipFill>
        <p:spPr>
          <a:xfrm rot="11382600">
            <a:off x="5733360" y="-2468880"/>
            <a:ext cx="6625800" cy="5777280"/>
          </a:xfrm>
          <a:prstGeom prst="rect">
            <a:avLst/>
          </a:prstGeom>
          <a:noFill/>
          <a:ln w="0">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hasCustomPrompt="1"/>
          </p:nvPr>
        </p:nvSpPr>
        <p:spPr>
          <a:xfrm>
            <a:off x="457560" y="535680"/>
            <a:ext cx="3417840" cy="754200"/>
          </a:xfrm>
          <a:prstGeom prst="rect">
            <a:avLst/>
          </a:prstGeom>
          <a:noFill/>
          <a:ln w="0">
            <a:noFill/>
          </a:ln>
        </p:spPr>
        <p:txBody>
          <a:bodyPr lIns="91440" tIns="91440" rIns="91440" bIns="91440" anchor="b">
            <a:noAutofit/>
          </a:bodyPr>
          <a:p>
            <a:pPr indent="0">
              <a:lnSpc>
                <a:spcPct val="100000"/>
              </a:lnSpc>
              <a:buNone/>
            </a:pPr>
            <a:r>
              <a:rPr lang="fr-FR" sz="4300" b="0" i="1" u="none" strike="noStrike">
                <a:solidFill>
                  <a:schemeClr val="dk1"/>
                </a:solidFill>
                <a:effectLst/>
                <a:uFillTx/>
                <a:latin typeface="Viaoda Libre"/>
                <a:ea typeface="Viaoda Libre"/>
              </a:rPr>
              <a:t>xx%</a:t>
            </a:r>
            <a:endParaRPr lang="fr-FR" sz="4300" b="0" u="none" strike="noStrike">
              <a:solidFill>
                <a:schemeClr val="dk1"/>
              </a:solidFill>
              <a:effectLst/>
              <a:uFillTx/>
              <a:latin typeface="Arial" panose="020B0604020202020204"/>
            </a:endParaRPr>
          </a:p>
        </p:txBody>
      </p:sp>
      <p:sp>
        <p:nvSpPr>
          <p:cNvPr id="26" name="PlaceHolder 2"/>
          <p:cNvSpPr>
            <a:spLocks noGrp="1"/>
          </p:cNvSpPr>
          <p:nvPr>
            <p:ph type="title" hasCustomPrompt="1"/>
          </p:nvPr>
        </p:nvSpPr>
        <p:spPr>
          <a:xfrm>
            <a:off x="5268600" y="3691080"/>
            <a:ext cx="3417840" cy="754200"/>
          </a:xfrm>
          <a:prstGeom prst="rect">
            <a:avLst/>
          </a:prstGeom>
          <a:noFill/>
          <a:ln w="0">
            <a:noFill/>
          </a:ln>
        </p:spPr>
        <p:txBody>
          <a:bodyPr lIns="91440" tIns="91440" rIns="91440" bIns="91440" anchor="b">
            <a:noAutofit/>
          </a:bodyPr>
          <a:p>
            <a:pPr indent="0" algn="r">
              <a:lnSpc>
                <a:spcPct val="100000"/>
              </a:lnSpc>
              <a:buNone/>
            </a:pPr>
            <a:r>
              <a:rPr lang="fr-FR" sz="4300" b="0" i="1" u="none" strike="noStrike">
                <a:solidFill>
                  <a:schemeClr val="dk1"/>
                </a:solidFill>
                <a:effectLst/>
                <a:uFillTx/>
                <a:latin typeface="Viaoda Libre"/>
                <a:ea typeface="Viaoda Libre"/>
              </a:rPr>
              <a:t>xx%</a:t>
            </a:r>
            <a:endParaRPr lang="fr-FR" sz="4300" b="0" u="none" strike="noStrike">
              <a:solidFill>
                <a:schemeClr val="dk1"/>
              </a:solidFill>
              <a:effectLst/>
              <a:uFillTx/>
              <a:latin typeface="Arial" panose="020B0604020202020204"/>
            </a:endParaRPr>
          </a:p>
        </p:txBody>
      </p:sp>
      <p:pic>
        <p:nvPicPr>
          <p:cNvPr id="27" name="Google Shape;100;p20"/>
          <p:cNvPicPr/>
          <p:nvPr/>
        </p:nvPicPr>
        <p:blipFill>
          <a:blip r:embed="rId2">
            <a:alphaModFix amt="64000"/>
          </a:blip>
          <a:srcRect l="11021" r="13736" b="8153"/>
          <a:stretch>
            <a:fillRect/>
          </a:stretch>
        </p:blipFill>
        <p:spPr>
          <a:xfrm rot="20224800">
            <a:off x="-2000520" y="1667880"/>
            <a:ext cx="6625800" cy="577728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hasCustomPrompt="1"/>
          </p:nvPr>
        </p:nvSpPr>
        <p:spPr>
          <a:xfrm>
            <a:off x="2478960" y="1791000"/>
            <a:ext cx="6207840" cy="2911680"/>
          </a:xfrm>
          <a:prstGeom prst="rect">
            <a:avLst/>
          </a:prstGeom>
          <a:noFill/>
          <a:ln w="0">
            <a:noFill/>
          </a:ln>
        </p:spPr>
        <p:txBody>
          <a:bodyPr lIns="91440" tIns="91440" rIns="91440" bIns="91440" anchor="b">
            <a:noAutofit/>
          </a:bodyPr>
          <a:p>
            <a:pPr indent="0">
              <a:buNone/>
            </a:pPr>
            <a:r>
              <a:rPr lang="fr-FR" sz="4800" b="0" u="none" strike="noStrike">
                <a:solidFill>
                  <a:schemeClr val="dk1"/>
                </a:solidFill>
                <a:effectLst/>
                <a:uFillTx/>
                <a:latin typeface="Arial" panose="020B0604020202020204"/>
              </a:rPr>
              <a:t>Click to edit the title text format</a:t>
            </a:r>
            <a:endParaRPr lang="fr-FR" sz="4800" b="0" u="none" strike="noStrike">
              <a:solidFill>
                <a:schemeClr val="dk1"/>
              </a:solidFill>
              <a:effectLst/>
              <a:uFillTx/>
              <a:latin typeface="Arial" panose="020B0604020202020204"/>
            </a:endParaRPr>
          </a:p>
        </p:txBody>
      </p:sp>
      <p:sp>
        <p:nvSpPr>
          <p:cNvPr id="29" name="PlaceHolder 2"/>
          <p:cNvSpPr>
            <a:spLocks noGrp="1"/>
          </p:cNvSpPr>
          <p:nvPr>
            <p:ph type="title" hasCustomPrompt="1"/>
          </p:nvPr>
        </p:nvSpPr>
        <p:spPr>
          <a:xfrm>
            <a:off x="457200" y="440280"/>
            <a:ext cx="1294920" cy="762840"/>
          </a:xfrm>
          <a:prstGeom prst="rect">
            <a:avLst/>
          </a:prstGeom>
          <a:noFill/>
          <a:ln w="0">
            <a:noFill/>
          </a:ln>
        </p:spPr>
        <p:txBody>
          <a:bodyPr lIns="91440" tIns="91440" rIns="91440" bIns="91440" anchor="ctr">
            <a:noAutofit/>
          </a:bodyPr>
          <a:p>
            <a:pPr indent="0">
              <a:lnSpc>
                <a:spcPct val="100000"/>
              </a:lnSpc>
              <a:buNone/>
            </a:pPr>
            <a:r>
              <a:rPr lang="fr-FR" sz="6500" b="0" i="1" u="none" strike="noStrike">
                <a:solidFill>
                  <a:schemeClr val="dk1"/>
                </a:solidFill>
                <a:effectLst/>
                <a:uFillTx/>
                <a:latin typeface="Viaoda Libre"/>
                <a:ea typeface="Viaoda Libre"/>
              </a:rPr>
              <a:t>xx%</a:t>
            </a:r>
            <a:endParaRPr lang="fr-FR" sz="6500" b="0" u="none" strike="noStrike">
              <a:solidFill>
                <a:schemeClr val="dk1"/>
              </a:solidFill>
              <a:effectLst/>
              <a:uFillTx/>
              <a:latin typeface="Arial" panose="020B0604020202020204"/>
            </a:endParaRPr>
          </a:p>
        </p:txBody>
      </p:sp>
      <p:pic>
        <p:nvPicPr>
          <p:cNvPr id="30" name="Google Shape;15;p3"/>
          <p:cNvPicPr/>
          <p:nvPr/>
        </p:nvPicPr>
        <p:blipFill>
          <a:blip r:embed="rId2">
            <a:alphaModFix amt="64000"/>
          </a:blip>
          <a:srcRect l="11021" r="13736" b="8153"/>
          <a:stretch>
            <a:fillRect/>
          </a:stretch>
        </p:blipFill>
        <p:spPr>
          <a:xfrm rot="8601600">
            <a:off x="2378880" y="-4229280"/>
            <a:ext cx="8775720" cy="7652160"/>
          </a:xfrm>
          <a:prstGeom prst="rect">
            <a:avLst/>
          </a:prstGeom>
          <a:noFill/>
          <a:ln w="0">
            <a:noFill/>
          </a:ln>
        </p:spPr>
      </p:pic>
      <p:sp>
        <p:nvSpPr>
          <p:cNvPr id="31" name="PlaceHolder 3"/>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title" hasCustomPrompt="1"/>
          </p:nvPr>
        </p:nvSpPr>
        <p:spPr>
          <a:xfrm>
            <a:off x="3242880" y="456480"/>
            <a:ext cx="5443200" cy="1035720"/>
          </a:xfrm>
          <a:prstGeom prst="rect">
            <a:avLst/>
          </a:prstGeom>
          <a:noFill/>
          <a:ln w="0">
            <a:noFill/>
          </a:ln>
        </p:spPr>
        <p:txBody>
          <a:bodyPr lIns="91440" tIns="91440" rIns="91440" bIns="91440" anchor="b">
            <a:noAutofit/>
          </a:bodyPr>
          <a:p>
            <a:pPr indent="0">
              <a:buNone/>
            </a:pPr>
            <a:r>
              <a:rPr lang="fr-FR" sz="7400" b="0" u="none" strike="noStrike">
                <a:solidFill>
                  <a:schemeClr val="dk1"/>
                </a:solidFill>
                <a:effectLst/>
                <a:uFillTx/>
                <a:latin typeface="Arial" panose="020B0604020202020204"/>
              </a:rPr>
              <a:t>Click to edit the title text format</a:t>
            </a:r>
            <a:endParaRPr lang="fr-FR" sz="7400" b="0" u="none" strike="noStrike">
              <a:solidFill>
                <a:schemeClr val="dk1"/>
              </a:solidFill>
              <a:effectLst/>
              <a:uFillTx/>
              <a:latin typeface="Arial" panose="020B0604020202020204"/>
            </a:endParaRPr>
          </a:p>
        </p:txBody>
      </p:sp>
      <p:sp>
        <p:nvSpPr>
          <p:cNvPr id="33" name="Google Shape;104;p21"/>
          <p:cNvSpPr/>
          <p:nvPr/>
        </p:nvSpPr>
        <p:spPr>
          <a:xfrm>
            <a:off x="457200" y="3846960"/>
            <a:ext cx="5757120" cy="55512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defTabSz="914400">
              <a:lnSpc>
                <a:spcPct val="100000"/>
              </a:lnSpc>
              <a:tabLst>
                <a:tab pos="0" algn="l"/>
              </a:tabLst>
            </a:pPr>
            <a:r>
              <a:rPr lang="en-GB" sz="1200" b="0" u="none" strike="noStrike">
                <a:solidFill>
                  <a:schemeClr val="dk1"/>
                </a:solidFill>
                <a:effectLst/>
                <a:uFillTx/>
                <a:latin typeface="Albert Sans"/>
                <a:ea typeface="Albert Sans"/>
              </a:rPr>
              <a:t>CREDITS: This presentation template was created by </a:t>
            </a:r>
            <a:r>
              <a:rPr lang="en-GB" sz="1200" b="1" u="sng" strike="noStrike">
                <a:solidFill>
                  <a:schemeClr val="dk1"/>
                </a:solidFill>
                <a:effectLst/>
                <a:uFillTx/>
                <a:latin typeface="Albert Sans"/>
                <a:ea typeface="Albert Sans"/>
                <a:hlinkClick r:id="rId2"/>
              </a:rPr>
              <a:t>Slidesgo</a:t>
            </a:r>
            <a:r>
              <a:rPr lang="en-GB" sz="1200" b="0" u="none" strike="noStrike">
                <a:solidFill>
                  <a:schemeClr val="dk1"/>
                </a:solidFill>
                <a:effectLst/>
                <a:uFillTx/>
                <a:latin typeface="Albert Sans"/>
                <a:ea typeface="Albert Sans"/>
              </a:rPr>
              <a:t>, and includes icons, infographics &amp; images by </a:t>
            </a:r>
            <a:r>
              <a:rPr lang="en-GB" sz="1200" b="1" u="sng" strike="noStrike">
                <a:solidFill>
                  <a:schemeClr val="dk1"/>
                </a:solidFill>
                <a:effectLst/>
                <a:uFillTx/>
                <a:latin typeface="Albert Sans"/>
                <a:ea typeface="Albert Sans"/>
                <a:hlinkClick r:id="rId3"/>
              </a:rPr>
              <a:t>Freepik</a:t>
            </a:r>
            <a:r>
              <a:rPr lang="en-GB" sz="1200" b="1" u="none" strike="noStrike">
                <a:solidFill>
                  <a:schemeClr val="dk1"/>
                </a:solidFill>
                <a:effectLst/>
                <a:uFillTx/>
                <a:latin typeface="Albert Sans"/>
                <a:ea typeface="Albert Sans"/>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4" name="PlaceHolder 1"/>
          <p:cNvSpPr>
            <a:spLocks noGrp="1"/>
          </p:cNvSpPr>
          <p:nvPr>
            <p:ph type="body" hasCustomPrompt="1"/>
          </p:nvPr>
        </p:nvSpPr>
        <p:spPr>
          <a:xfrm>
            <a:off x="457200" y="1221480"/>
            <a:ext cx="8233560" cy="130140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Click to edit the outline text format</a:t>
            </a:r>
            <a:endParaRPr lang="fr-FR" sz="1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200" b="0" u="none" strike="noStrike">
                <a:solidFill>
                  <a:srgbClr val="000000"/>
                </a:solidFill>
                <a:effectLst/>
                <a:uFillTx/>
                <a:latin typeface="Arial" panose="020B0604020202020204"/>
              </a:rPr>
              <a:t>Second Outline Level</a:t>
            </a:r>
            <a:endParaRPr lang="fr-FR" sz="12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Third Outline Level</a:t>
            </a:r>
            <a:endParaRPr lang="fr-FR" sz="12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200" b="0" u="none" strike="noStrike">
                <a:solidFill>
                  <a:srgbClr val="000000"/>
                </a:solidFill>
                <a:effectLst/>
                <a:uFillTx/>
                <a:latin typeface="Arial" panose="020B0604020202020204"/>
              </a:rPr>
              <a:t>Fourth Outline Level</a:t>
            </a:r>
            <a:endParaRPr lang="fr-FR" sz="12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Fifth Outline Level</a:t>
            </a:r>
            <a:endParaRPr lang="fr-FR" sz="12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Sixth Outline Level</a:t>
            </a:r>
            <a:endParaRPr lang="fr-FR" sz="12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Seventh Outline Level</a:t>
            </a:r>
            <a:endParaRPr lang="fr-FR" sz="1200" b="0" u="none" strike="noStrike">
              <a:solidFill>
                <a:srgbClr val="000000"/>
              </a:solidFill>
              <a:effectLst/>
              <a:uFillTx/>
              <a:latin typeface="Arial" panose="020B0604020202020204"/>
            </a:endParaRPr>
          </a:p>
        </p:txBody>
      </p:sp>
      <p:sp>
        <p:nvSpPr>
          <p:cNvPr id="35" name="PlaceHolder 2"/>
          <p:cNvSpPr>
            <a:spLocks noGrp="1"/>
          </p:cNvSpPr>
          <p:nvPr>
            <p:ph type="title" hasCustomPrompt="1"/>
          </p:nvPr>
        </p:nvSpPr>
        <p:spPr>
          <a:xfrm>
            <a:off x="515160" y="212400"/>
            <a:ext cx="811332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hasCustomPrompt="1"/>
          </p:nvPr>
        </p:nvSpPr>
        <p:spPr>
          <a:xfrm>
            <a:off x="457200" y="212400"/>
            <a:ext cx="822924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pic>
        <p:nvPicPr>
          <p:cNvPr id="37" name="Google Shape;25;p5"/>
          <p:cNvPicPr/>
          <p:nvPr/>
        </p:nvPicPr>
        <p:blipFill>
          <a:blip r:embed="rId2">
            <a:alphaModFix amt="64000"/>
          </a:blip>
          <a:srcRect l="11021" r="13736" b="8153"/>
          <a:stretch>
            <a:fillRect/>
          </a:stretch>
        </p:blipFill>
        <p:spPr>
          <a:xfrm rot="2200200">
            <a:off x="-3751920" y="-381240"/>
            <a:ext cx="6625800" cy="577728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38" name="Google Shape;27;p6"/>
          <p:cNvPicPr/>
          <p:nvPr/>
        </p:nvPicPr>
        <p:blipFill>
          <a:blip r:embed="rId2">
            <a:alphaModFix amt="64000"/>
          </a:blip>
          <a:srcRect l="11021" r="13736" b="8153"/>
          <a:stretch>
            <a:fillRect/>
          </a:stretch>
        </p:blipFill>
        <p:spPr>
          <a:xfrm rot="15790200">
            <a:off x="-1680840" y="-1717200"/>
            <a:ext cx="4467240" cy="3895200"/>
          </a:xfrm>
          <a:prstGeom prst="rect">
            <a:avLst/>
          </a:prstGeom>
          <a:noFill/>
          <a:ln w="0">
            <a:noFill/>
          </a:ln>
        </p:spPr>
      </p:pic>
      <p:sp>
        <p:nvSpPr>
          <p:cNvPr id="39" name="PlaceHolder 1"/>
          <p:cNvSpPr>
            <a:spLocks noGrp="1"/>
          </p:cNvSpPr>
          <p:nvPr>
            <p:ph type="title" hasCustomPrompt="1"/>
          </p:nvPr>
        </p:nvSpPr>
        <p:spPr>
          <a:xfrm>
            <a:off x="515160" y="212400"/>
            <a:ext cx="811332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body" hasCustomPrompt="1"/>
          </p:nvPr>
        </p:nvSpPr>
        <p:spPr>
          <a:xfrm>
            <a:off x="4053600" y="1704960"/>
            <a:ext cx="4512600" cy="283644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endParaRPr lang="fr-FR" sz="14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endParaRPr lang="fr-FR" sz="14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endParaRPr lang="fr-FR" sz="1400" b="0" u="none" strike="noStrike">
              <a:solidFill>
                <a:srgbClr val="000000"/>
              </a:solidFill>
              <a:effectLst/>
              <a:uFillTx/>
              <a:latin typeface="Arial" panose="020B0604020202020204"/>
            </a:endParaRPr>
          </a:p>
        </p:txBody>
      </p:sp>
      <p:sp>
        <p:nvSpPr>
          <p:cNvPr id="41" name="PlaceHolder 2"/>
          <p:cNvSpPr>
            <a:spLocks noGrp="1"/>
          </p:cNvSpPr>
          <p:nvPr>
            <p:ph type="title" hasCustomPrompt="1"/>
          </p:nvPr>
        </p:nvSpPr>
        <p:spPr>
          <a:xfrm>
            <a:off x="515160" y="212400"/>
            <a:ext cx="811332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title" hasCustomPrompt="1"/>
          </p:nvPr>
        </p:nvSpPr>
        <p:spPr>
          <a:xfrm>
            <a:off x="1388160" y="1307160"/>
            <a:ext cx="6367320" cy="2529000"/>
          </a:xfrm>
          <a:prstGeom prst="rect">
            <a:avLst/>
          </a:prstGeom>
          <a:noFill/>
          <a:ln w="0">
            <a:noFill/>
          </a:ln>
        </p:spPr>
        <p:txBody>
          <a:bodyPr lIns="91440" tIns="91440" rIns="91440" bIns="91440" anchor="ctr">
            <a:noAutofit/>
          </a:bodyPr>
          <a:p>
            <a:pPr indent="0">
              <a:buNone/>
            </a:pPr>
            <a:r>
              <a:rPr lang="fr-FR" sz="6000" b="0" u="none" strike="noStrike">
                <a:solidFill>
                  <a:schemeClr val="dk1"/>
                </a:solidFill>
                <a:effectLst/>
                <a:uFillTx/>
                <a:latin typeface="Arial" panose="020B0604020202020204"/>
              </a:rPr>
              <a:t>Click to edit the title text format</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hasCustomPrompt="1"/>
          </p:nvPr>
        </p:nvSpPr>
        <p:spPr>
          <a:xfrm>
            <a:off x="515160" y="212400"/>
            <a:ext cx="8113320" cy="644400"/>
          </a:xfrm>
          <a:prstGeom prst="rect">
            <a:avLst/>
          </a:prstGeom>
          <a:noFill/>
          <a:ln w="0">
            <a:noFill/>
          </a:ln>
        </p:spPr>
        <p:txBody>
          <a:bodyPr lIns="91440" tIns="91440" rIns="91440" bIns="91440" anchor="t">
            <a:noAutofit/>
          </a:bodyPr>
          <a:p>
            <a:pPr indent="0">
              <a:buNone/>
            </a:pPr>
            <a:r>
              <a:rPr lang="fr-FR" sz="3300" b="0" u="none" strike="noStrike">
                <a:solidFill>
                  <a:schemeClr val="dk1"/>
                </a:solidFill>
                <a:effectLst/>
                <a:uFillTx/>
                <a:latin typeface="Arial" panose="020B0604020202020204"/>
              </a:rPr>
              <a:t>Click to edit the title text format</a:t>
            </a:r>
            <a:endParaRPr lang="fr-FR" sz="3300" b="0" u="none" strike="noStrike">
              <a:solidFill>
                <a:schemeClr val="dk1"/>
              </a:solidFill>
              <a:effectLst/>
              <a:uFillTx/>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body" hasCustomPrompt="1"/>
          </p:nvPr>
        </p:nvSpPr>
        <p:spPr>
          <a:xfrm>
            <a:off x="0" y="0"/>
            <a:ext cx="9143640" cy="5143320"/>
          </a:xfrm>
          <a:prstGeom prst="rect">
            <a:avLst/>
          </a:prstGeom>
          <a:noFill/>
          <a:ln w="0">
            <a:noFill/>
          </a:ln>
        </p:spPr>
        <p:txBody>
          <a:bodyPr lIns="90000" tIns="45000" rIns="90000" bIns="45000" anchor="t">
            <a:normAutofit/>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
        <p:nvSpPr>
          <p:cNvPr id="45" name="PlaceHolder 2"/>
          <p:cNvSpPr>
            <a:spLocks noGrp="1"/>
          </p:cNvSpPr>
          <p:nvPr>
            <p:ph type="title" hasCustomPrompt="1"/>
          </p:nvPr>
        </p:nvSpPr>
        <p:spPr>
          <a:xfrm>
            <a:off x="469080" y="370800"/>
            <a:ext cx="2841480" cy="733680"/>
          </a:xfrm>
          <a:prstGeom prst="rect">
            <a:avLst/>
          </a:prstGeom>
          <a:solidFill>
            <a:schemeClr val="lt1"/>
          </a:solidFill>
          <a:ln w="0">
            <a:noFill/>
          </a:ln>
        </p:spPr>
        <p:txBody>
          <a:bodyPr lIns="91440" tIns="91440" rIns="91440" bIns="91440" anchor="t">
            <a:noAutofit/>
          </a:bodyPr>
          <a:p>
            <a:pPr indent="0">
              <a:buNone/>
            </a:pPr>
            <a:r>
              <a:rPr lang="fr-FR" sz="1900" b="0" u="none" strike="noStrike">
                <a:solidFill>
                  <a:schemeClr val="dk1"/>
                </a:solidFill>
                <a:effectLst/>
                <a:uFillTx/>
                <a:latin typeface="Arial" panose="020B0604020202020204"/>
              </a:rPr>
              <a:t>Click to edit the title text format</a:t>
            </a:r>
            <a:endParaRPr lang="fr-FR" sz="1900" b="0" u="none" strike="noStrike">
              <a:solidFill>
                <a:schemeClr val="dk1"/>
              </a:solidFill>
              <a:effectLst/>
              <a:uFillTx/>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46" name="Google Shape;112;p26"/>
          <p:cNvSpPr/>
          <p:nvPr/>
        </p:nvSpPr>
        <p:spPr>
          <a:xfrm>
            <a:off x="0" y="-10440"/>
            <a:ext cx="9143640" cy="118044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PlaceHolder 1"/>
          <p:cNvSpPr>
            <a:spLocks noGrp="1"/>
          </p:cNvSpPr>
          <p:nvPr>
            <p:ph type="title" hasCustomPrompt="1"/>
          </p:nvPr>
        </p:nvSpPr>
        <p:spPr>
          <a:xfrm>
            <a:off x="713160" y="539640"/>
            <a:ext cx="7717320" cy="482040"/>
          </a:xfrm>
          <a:prstGeom prst="rect">
            <a:avLst/>
          </a:prstGeom>
          <a:noFill/>
          <a:ln w="0">
            <a:noFill/>
          </a:ln>
        </p:spPr>
        <p:txBody>
          <a:bodyPr lIns="91440" tIns="91440" rIns="91440" bIns="91440" anchor="t">
            <a:noAutofit/>
          </a:bodyPr>
          <a:p>
            <a:pPr indent="0">
              <a:buNone/>
            </a:pPr>
            <a:r>
              <a:rPr lang="fr-FR" sz="2200" b="0" u="none" strike="noStrike">
                <a:solidFill>
                  <a:schemeClr val="dk1"/>
                </a:solidFill>
                <a:effectLst/>
                <a:uFillTx/>
                <a:latin typeface="Arial" panose="020B0604020202020204"/>
              </a:rPr>
              <a:t>Click to edit the title text format</a:t>
            </a:r>
            <a:endParaRPr lang="fr-FR" sz="2200" b="0" u="none" strike="noStrike">
              <a:solidFill>
                <a:schemeClr val="dk1"/>
              </a:solidFill>
              <a:effectLst/>
              <a:uFillTx/>
              <a:latin typeface="Arial" panose="020B06040202020202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48" name="Google Shape;115;p27"/>
          <p:cNvSpPr/>
          <p:nvPr/>
        </p:nvSpPr>
        <p:spPr>
          <a:xfrm>
            <a:off x="0" y="-10440"/>
            <a:ext cx="9143640" cy="118044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PlaceHolder 1"/>
          <p:cNvSpPr>
            <a:spLocks noGrp="1"/>
          </p:cNvSpPr>
          <p:nvPr>
            <p:ph type="title" hasCustomPrompt="1"/>
          </p:nvPr>
        </p:nvSpPr>
        <p:spPr>
          <a:xfrm>
            <a:off x="728640" y="539640"/>
            <a:ext cx="3347280" cy="482040"/>
          </a:xfrm>
          <a:prstGeom prst="rect">
            <a:avLst/>
          </a:prstGeom>
          <a:noFill/>
          <a:ln w="0">
            <a:noFill/>
          </a:ln>
        </p:spPr>
        <p:txBody>
          <a:bodyPr lIns="91440" tIns="91440" rIns="91440" bIns="91440" anchor="t">
            <a:noAutofit/>
          </a:bodyPr>
          <a:p>
            <a:pPr indent="0">
              <a:buNone/>
            </a:pPr>
            <a:r>
              <a:rPr lang="fr-FR" sz="2200" b="0" u="none" strike="noStrike">
                <a:solidFill>
                  <a:schemeClr val="dk1"/>
                </a:solidFill>
                <a:effectLst/>
                <a:uFillTx/>
                <a:latin typeface="Arial" panose="020B0604020202020204"/>
              </a:rPr>
              <a:t>Click to edit the title text format</a:t>
            </a:r>
            <a:endParaRPr lang="fr-FR" sz="2200" b="0" u="none" strike="noStrike">
              <a:solidFill>
                <a:schemeClr val="dk1"/>
              </a:solidFill>
              <a:effectLst/>
              <a:uFillTx/>
              <a:latin typeface="Arial" panose="020B0604020202020204"/>
            </a:endParaRPr>
          </a:p>
        </p:txBody>
      </p:sp>
      <p:sp>
        <p:nvSpPr>
          <p:cNvPr id="50" name="PlaceHolder 2"/>
          <p:cNvSpPr>
            <a:spLocks noGrp="1"/>
          </p:cNvSpPr>
          <p:nvPr>
            <p:ph type="title" hasCustomPrompt="1"/>
          </p:nvPr>
        </p:nvSpPr>
        <p:spPr>
          <a:xfrm>
            <a:off x="4977720" y="539640"/>
            <a:ext cx="3458160" cy="482040"/>
          </a:xfrm>
          <a:prstGeom prst="rect">
            <a:avLst/>
          </a:prstGeom>
          <a:noFill/>
          <a:ln w="0">
            <a:noFill/>
          </a:ln>
        </p:spPr>
        <p:txBody>
          <a:bodyPr lIns="91440" tIns="91440" rIns="91440" bIns="91440" anchor="t">
            <a:noAutofit/>
          </a:bodyPr>
          <a:p>
            <a:pPr indent="0">
              <a:buNone/>
            </a:pPr>
            <a:r>
              <a:rPr lang="fr-FR" sz="2200" b="0" u="none" strike="noStrike">
                <a:solidFill>
                  <a:schemeClr val="dk1"/>
                </a:solidFill>
                <a:effectLst/>
                <a:uFillTx/>
                <a:latin typeface="Arial" panose="020B0604020202020204"/>
              </a:rPr>
              <a:t>Click to edit the title text format</a:t>
            </a:r>
            <a:endParaRPr lang="fr-FR" sz="2200" b="0" u="none" strike="noStrike">
              <a:solidFill>
                <a:schemeClr val="dk1"/>
              </a:solidFill>
              <a:effectLst/>
              <a:uFillTx/>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subTitle"/>
          </p:nvPr>
        </p:nvSpPr>
        <p:spPr>
          <a:xfrm>
            <a:off x="457200" y="4390920"/>
            <a:ext cx="4219200" cy="380520"/>
          </a:xfrm>
          <a:prstGeom prst="rect">
            <a:avLst/>
          </a:prstGeom>
          <a:noFill/>
          <a:ln w="0">
            <a:noFill/>
          </a:ln>
        </p:spPr>
        <p:txBody>
          <a:bodyPr lIns="91440" tIns="91440" rIns="91440" bIns="91440" anchor="t">
            <a:normAutofit fontScale="92500" lnSpcReduction="19999"/>
          </a:bodyPr>
          <a:p>
            <a:pPr>
              <a:lnSpc>
                <a:spcPct val="100000"/>
              </a:lnSpc>
              <a:tabLst>
                <a:tab pos="0" algn="l"/>
              </a:tabLst>
            </a:pPr>
            <a:endParaRPr lang="en-US" sz="1600" b="0" u="none" strike="noStrike">
              <a:solidFill>
                <a:srgbClr val="000000"/>
              </a:solidFill>
              <a:effectLst/>
              <a:uFillTx/>
              <a:latin typeface="OpenSymbol"/>
            </a:endParaRPr>
          </a:p>
        </p:txBody>
      </p:sp>
      <p:sp>
        <p:nvSpPr>
          <p:cNvPr id="52" name="PlaceHolder 2"/>
          <p:cNvSpPr>
            <a:spLocks noGrp="1"/>
          </p:cNvSpPr>
          <p:nvPr>
            <p:ph type="title"/>
          </p:nvPr>
        </p:nvSpPr>
        <p:spPr>
          <a:xfrm>
            <a:off x="457200" y="371520"/>
            <a:ext cx="7934040" cy="2428560"/>
          </a:xfrm>
          <a:prstGeom prst="rect">
            <a:avLst/>
          </a:prstGeom>
          <a:noFill/>
          <a:ln w="0">
            <a:noFill/>
          </a:ln>
        </p:spPr>
        <p:txBody>
          <a:bodyPr lIns="91440" tIns="91440" rIns="91440" bIns="91440" anchor="t">
            <a:normAutofit/>
          </a:bodyPr>
          <a:p>
            <a:pPr indent="0">
              <a:lnSpc>
                <a:spcPct val="100000"/>
              </a:lnSpc>
              <a:buNone/>
              <a:tabLst>
                <a:tab pos="0" algn="l"/>
              </a:tabLst>
            </a:pPr>
            <a:r>
              <a:rPr lang="en-US" sz="5400" b="0" u="none" strike="noStrike">
                <a:solidFill>
                  <a:schemeClr val="dk1"/>
                </a:solidFill>
                <a:effectLst/>
                <a:uFillTx/>
                <a:latin typeface="Bodoni MT" panose="02070603080606020203" charset="0"/>
                <a:ea typeface="Viaoda Libre"/>
                <a:cs typeface="Bodoni MT" panose="02070603080606020203" charset="0"/>
              </a:rPr>
              <a:t>EV vs</a:t>
            </a:r>
            <a:r>
              <a:rPr lang="en-US" sz="5400" b="0" i="1" u="none" strike="noStrike">
                <a:solidFill>
                  <a:schemeClr val="dk1"/>
                </a:solidFill>
                <a:effectLst/>
                <a:uFillTx/>
                <a:latin typeface="Bodoni MT" panose="02070603080606020203" charset="0"/>
                <a:ea typeface="Viaoda Libre"/>
                <a:cs typeface="Bodoni MT" panose="02070603080606020203" charset="0"/>
              </a:rPr>
              <a:t> Petrol  vehicles</a:t>
            </a:r>
            <a:endParaRPr lang="en-US" sz="5400" b="0" i="1" u="none" strike="noStrike">
              <a:solidFill>
                <a:schemeClr val="dk1"/>
              </a:solidFill>
              <a:effectLst/>
              <a:uFillTx/>
              <a:latin typeface="Bodoni MT" panose="02070603080606020203" charset="0"/>
              <a:ea typeface="Viaoda Libre"/>
              <a:cs typeface="Bodoni MT" panose="02070603080606020203" charset="0"/>
            </a:endParaRPr>
          </a:p>
        </p:txBody>
      </p:sp>
      <p:sp>
        <p:nvSpPr>
          <p:cNvPr id="2" name="Text Box 1"/>
          <p:cNvSpPr txBox="1"/>
          <p:nvPr/>
        </p:nvSpPr>
        <p:spPr>
          <a:xfrm>
            <a:off x="7204710" y="1033780"/>
            <a:ext cx="3048000" cy="368300"/>
          </a:xfrm>
          <a:prstGeom prst="rect">
            <a:avLst/>
          </a:prstGeom>
          <a:noFill/>
        </p:spPr>
        <p:txBody>
          <a:bodyPr wrap="square" rtlCol="0">
            <a:spAutoFit/>
          </a:bodyPr>
          <a:p>
            <a:endParaRPr lang="en-GB"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p:nvPr>
        </p:nvSpPr>
        <p:spPr>
          <a:xfrm>
            <a:off x="847800" y="1200240"/>
            <a:ext cx="4619160" cy="2104560"/>
          </a:xfrm>
          <a:prstGeom prst="rect">
            <a:avLst/>
          </a:prstGeom>
          <a:noFill/>
          <a:ln w="0">
            <a:noFill/>
          </a:ln>
        </p:spPr>
        <p:txBody>
          <a:bodyPr lIns="91440" tIns="91440" rIns="91440" bIns="91440" anchor="t">
            <a:normAutofit/>
          </a:bodyPr>
          <a:p>
            <a:pPr indent="0">
              <a:lnSpc>
                <a:spcPct val="120000"/>
              </a:lnSpc>
              <a:buNone/>
              <a:tabLst>
                <a:tab pos="0" algn="l"/>
              </a:tabLst>
            </a:pPr>
            <a:r>
              <a:rPr lang="en-US" sz="1400" b="0" u="none" strike="noStrike">
                <a:solidFill>
                  <a:schemeClr val="dk1"/>
                </a:solidFill>
                <a:effectLst/>
                <a:uFillTx/>
                <a:latin typeface="Albert Sans"/>
                <a:ea typeface="Albert Sans"/>
              </a:rPr>
              <a:t>This presentation explores the key differences between electric vehicles (EVs) and petrol vehicles. We will analyze aspects such as environmental impact, operating costs, and infrastructure challenges to provide an informed overview for stakeholders and decision-makers.</a:t>
            </a:r>
            <a:endParaRPr lang="fr-FR" sz="1400" b="0" u="none" strike="noStrike">
              <a:solidFill>
                <a:srgbClr val="000000"/>
              </a:solidFill>
              <a:effectLst/>
              <a:uFillTx/>
              <a:latin typeface="Arial" panose="020B0604020202020204"/>
            </a:endParaRPr>
          </a:p>
        </p:txBody>
      </p:sp>
      <p:sp>
        <p:nvSpPr>
          <p:cNvPr id="54" name="PlaceHolder 2"/>
          <p:cNvSpPr>
            <a:spLocks noGrp="1"/>
          </p:cNvSpPr>
          <p:nvPr>
            <p:ph type="title"/>
          </p:nvPr>
        </p:nvSpPr>
        <p:spPr>
          <a:xfrm>
            <a:off x="514440" y="209520"/>
            <a:ext cx="8115120" cy="647280"/>
          </a:xfrm>
          <a:prstGeom prst="rect">
            <a:avLst/>
          </a:prstGeom>
          <a:noFill/>
          <a:ln w="0">
            <a:noFill/>
          </a:ln>
        </p:spPr>
        <p:txBody>
          <a:bodyPr lIns="91440" tIns="91440" rIns="91440" bIns="91440" anchor="t">
            <a:normAutofit lnSpcReduction="9999"/>
          </a:bodyPr>
          <a:p>
            <a:pPr indent="0">
              <a:lnSpc>
                <a:spcPct val="100000"/>
              </a:lnSpc>
              <a:buNone/>
              <a:tabLst>
                <a:tab pos="0" algn="l"/>
              </a:tabLst>
            </a:pPr>
            <a:r>
              <a:rPr lang="en-US" sz="3300" b="0" u="none" strike="noStrike">
                <a:solidFill>
                  <a:schemeClr val="dk1"/>
                </a:solidFill>
                <a:effectLst/>
                <a:uFillTx/>
                <a:latin typeface="Viaoda Libre"/>
                <a:ea typeface="Viaoda Libre"/>
              </a:rPr>
              <a:t>Introduction</a:t>
            </a:r>
            <a:endParaRPr lang="fr-FR" sz="3300" b="0" u="none" strike="noStrike">
              <a:solidFill>
                <a:schemeClr val="dk1"/>
              </a:solidFill>
              <a:effectLst/>
              <a:uFillTx/>
              <a:latin typeface="Arial" panose="020B0604020202020204"/>
            </a:endParaRPr>
          </a:p>
        </p:txBody>
      </p:sp>
      <p:pic>
        <p:nvPicPr>
          <p:cNvPr id="55" name="Google Shape;184;p31"/>
          <p:cNvPicPr/>
          <p:nvPr/>
        </p:nvPicPr>
        <p:blipFill>
          <a:blip r:embed="rId1"/>
          <a:srcRect l="20913" r="40199" b="19910"/>
          <a:stretch>
            <a:fillRect/>
          </a:stretch>
        </p:blipFill>
        <p:spPr>
          <a:xfrm>
            <a:off x="5782680" y="1249560"/>
            <a:ext cx="3360960" cy="389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2"/>
          <p:cNvSpPr>
            <a:spLocks noGrp="1"/>
          </p:cNvSpPr>
          <p:nvPr>
            <p:ph type="subTitle"/>
          </p:nvPr>
        </p:nvSpPr>
        <p:spPr>
          <a:xfrm>
            <a:off x="923760" y="1247760"/>
            <a:ext cx="7295760" cy="1885680"/>
          </a:xfrm>
          <a:prstGeom prst="rect">
            <a:avLst/>
          </a:prstGeom>
          <a:noFill/>
          <a:ln w="0">
            <a:noFill/>
          </a:ln>
        </p:spPr>
        <p:txBody>
          <a:bodyPr lIns="91440" tIns="91440" rIns="91440" bIns="91440" anchor="t">
            <a:normAutofit/>
          </a:bodyPr>
          <a:p>
            <a:pPr indent="0">
              <a:lnSpc>
                <a:spcPct val="120000"/>
              </a:lnSpc>
              <a:buNone/>
              <a:tabLst>
                <a:tab pos="0" algn="l"/>
              </a:tabLst>
            </a:pPr>
            <a:r>
              <a:rPr lang="en-US" sz="1400" b="0" u="none" strike="noStrike">
                <a:solidFill>
                  <a:schemeClr val="dk1"/>
                </a:solidFill>
                <a:effectLst/>
                <a:uFillTx/>
                <a:latin typeface="Albert Sans"/>
                <a:ea typeface="Albert Sans"/>
              </a:rPr>
              <a:t>Electric vehicles produce significantly lower greenhouse gas emissions compared to petrol vehicles, contributing to cleaner air and reduced climate change effects. EVs rely on electricity, which can come from renewable sources, unlike petrol engines that emit CO2 and pollutants during fuel combustion.</a:t>
            </a:r>
            <a:endParaRPr lang="en-US" sz="1400" b="0" u="none" strike="noStrike">
              <a:solidFill>
                <a:srgbClr val="000000"/>
              </a:solidFill>
              <a:effectLst/>
              <a:uFillTx/>
              <a:latin typeface="OpenSymbol"/>
            </a:endParaRPr>
          </a:p>
        </p:txBody>
      </p:sp>
      <p:sp>
        <p:nvSpPr>
          <p:cNvPr id="3" name="Text Box 2"/>
          <p:cNvSpPr txBox="1"/>
          <p:nvPr/>
        </p:nvSpPr>
        <p:spPr>
          <a:xfrm>
            <a:off x="1063625" y="200025"/>
            <a:ext cx="6560820" cy="675005"/>
          </a:xfrm>
          <a:prstGeom prst="rect">
            <a:avLst/>
          </a:prstGeom>
          <a:noFill/>
        </p:spPr>
        <p:txBody>
          <a:bodyPr wrap="square" rtlCol="0">
            <a:noAutofit/>
          </a:bodyPr>
          <a:p>
            <a:pPr>
              <a:lnSpc>
                <a:spcPct val="100000"/>
              </a:lnSpc>
              <a:tabLst>
                <a:tab pos="0" algn="l"/>
              </a:tabLst>
            </a:pPr>
            <a:r>
              <a:rPr lang="en-US" sz="3600">
                <a:solidFill>
                  <a:schemeClr val="dk1"/>
                </a:solidFill>
                <a:effectLst/>
                <a:uFillTx/>
                <a:latin typeface="Viaoda Libre"/>
                <a:ea typeface="Viaoda Libre"/>
                <a:sym typeface="+mn-ea"/>
              </a:rPr>
              <a:t>Environmental</a:t>
            </a:r>
            <a:r>
              <a:rPr lang="en-US" sz="3600" i="1">
                <a:solidFill>
                  <a:schemeClr val="dk1"/>
                </a:solidFill>
                <a:effectLst/>
                <a:uFillTx/>
                <a:latin typeface="Viaoda Libre"/>
                <a:ea typeface="Viaoda Libre"/>
                <a:sym typeface="+mn-ea"/>
              </a:rPr>
              <a:t> Impact</a:t>
            </a:r>
            <a:endParaRPr lang="en-GB" altLang="en-US" sz="36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p:nvPr>
        </p:nvSpPr>
        <p:spPr>
          <a:xfrm>
            <a:off x="847800" y="1200240"/>
            <a:ext cx="4619160" cy="2104560"/>
          </a:xfrm>
          <a:prstGeom prst="rect">
            <a:avLst/>
          </a:prstGeom>
          <a:noFill/>
          <a:ln w="0">
            <a:noFill/>
          </a:ln>
        </p:spPr>
        <p:txBody>
          <a:bodyPr lIns="91440" tIns="91440" rIns="91440" bIns="91440" anchor="t">
            <a:normAutofit/>
          </a:bodyPr>
          <a:p>
            <a:pPr indent="0">
              <a:lnSpc>
                <a:spcPct val="120000"/>
              </a:lnSpc>
              <a:buNone/>
              <a:tabLst>
                <a:tab pos="0" algn="l"/>
              </a:tabLst>
            </a:pPr>
            <a:r>
              <a:rPr lang="en-US" sz="1400" b="0" u="none" strike="noStrike">
                <a:solidFill>
                  <a:schemeClr val="dk1"/>
                </a:solidFill>
                <a:effectLst/>
                <a:uFillTx/>
                <a:latin typeface="Albert Sans"/>
                <a:ea typeface="Albert Sans"/>
              </a:rPr>
              <a:t>EVs offer lower operating costs due to reduced fuel expenses and less frequent maintenance. Petrol vehicles require regular servicing and incur higher fuel costs. Over time, EVs can provide significant savings despite initially higher purchase prices.</a:t>
            </a:r>
            <a:endParaRPr lang="fr-FR" sz="1400" b="0" u="none" strike="noStrike">
              <a:solidFill>
                <a:srgbClr val="000000"/>
              </a:solidFill>
              <a:effectLst/>
              <a:uFillTx/>
              <a:latin typeface="Arial" panose="020B0604020202020204"/>
            </a:endParaRPr>
          </a:p>
        </p:txBody>
      </p:sp>
      <p:sp>
        <p:nvSpPr>
          <p:cNvPr id="61" name="PlaceHolder 2"/>
          <p:cNvSpPr>
            <a:spLocks noGrp="1"/>
          </p:cNvSpPr>
          <p:nvPr>
            <p:ph type="title"/>
          </p:nvPr>
        </p:nvSpPr>
        <p:spPr>
          <a:xfrm>
            <a:off x="514440" y="209520"/>
            <a:ext cx="8115120" cy="647280"/>
          </a:xfrm>
          <a:prstGeom prst="rect">
            <a:avLst/>
          </a:prstGeom>
          <a:noFill/>
          <a:ln w="0">
            <a:noFill/>
          </a:ln>
        </p:spPr>
        <p:txBody>
          <a:bodyPr lIns="91440" tIns="91440" rIns="91440" bIns="91440" anchor="t">
            <a:normAutofit lnSpcReduction="9999"/>
          </a:bodyPr>
          <a:p>
            <a:pPr indent="0">
              <a:lnSpc>
                <a:spcPct val="100000"/>
              </a:lnSpc>
              <a:buNone/>
              <a:tabLst>
                <a:tab pos="0" algn="l"/>
              </a:tabLst>
            </a:pPr>
            <a:r>
              <a:rPr lang="en-US" sz="3300" b="0" u="none" strike="noStrike">
                <a:solidFill>
                  <a:schemeClr val="dk1"/>
                </a:solidFill>
                <a:effectLst/>
                <a:uFillTx/>
                <a:latin typeface="Viaoda Libre"/>
                <a:ea typeface="Viaoda Libre"/>
              </a:rPr>
              <a:t>Operating</a:t>
            </a:r>
            <a:r>
              <a:rPr lang="en-US" sz="3300" b="0" i="1" u="none" strike="noStrike">
                <a:solidFill>
                  <a:schemeClr val="dk1"/>
                </a:solidFill>
                <a:effectLst/>
                <a:uFillTx/>
                <a:latin typeface="Viaoda Libre"/>
                <a:ea typeface="Viaoda Libre"/>
              </a:rPr>
              <a:t> Costs</a:t>
            </a:r>
            <a:endParaRPr lang="fr-FR" sz="3300" b="0" u="none" strike="noStrike">
              <a:solidFill>
                <a:schemeClr val="dk1"/>
              </a:solidFill>
              <a:effectLst/>
              <a:uFillTx/>
              <a:latin typeface="Arial" panose="020B0604020202020204"/>
            </a:endParaRPr>
          </a:p>
        </p:txBody>
      </p:sp>
      <p:pic>
        <p:nvPicPr>
          <p:cNvPr id="62" name="Google Shape;184;p31"/>
          <p:cNvPicPr/>
          <p:nvPr/>
        </p:nvPicPr>
        <p:blipFill>
          <a:blip r:embed="rId1"/>
          <a:srcRect l="20913" r="40199" b="19910"/>
          <a:stretch>
            <a:fillRect/>
          </a:stretch>
        </p:blipFill>
        <p:spPr>
          <a:xfrm>
            <a:off x="5782680" y="1249560"/>
            <a:ext cx="3360960" cy="389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0" y="-27910"/>
            <a:ext cx="8115120" cy="1275840"/>
          </a:xfrm>
          <a:prstGeom prst="rect">
            <a:avLst/>
          </a:prstGeom>
          <a:noFill/>
          <a:ln w="0">
            <a:noFill/>
          </a:ln>
        </p:spPr>
        <p:txBody>
          <a:bodyPr lIns="91440" tIns="91440" rIns="91440" bIns="91440" anchor="b">
            <a:normAutofit/>
          </a:bodyPr>
          <a:p>
            <a:pPr indent="0">
              <a:lnSpc>
                <a:spcPct val="100000"/>
              </a:lnSpc>
              <a:buNone/>
              <a:tabLst>
                <a:tab pos="0" algn="l"/>
              </a:tabLst>
            </a:pPr>
            <a:r>
              <a:rPr lang="en-US" sz="3300" b="0" u="none" strike="noStrike">
                <a:solidFill>
                  <a:schemeClr val="dk1"/>
                </a:solidFill>
                <a:effectLst/>
                <a:uFillTx/>
                <a:latin typeface="Viaoda Libre"/>
                <a:ea typeface="Viaoda Libre"/>
              </a:rPr>
              <a:t>Performance and</a:t>
            </a:r>
            <a:r>
              <a:rPr lang="en-US" sz="3300" b="0" i="1" u="none" strike="noStrike">
                <a:solidFill>
                  <a:schemeClr val="dk1"/>
                </a:solidFill>
                <a:effectLst/>
                <a:uFillTx/>
                <a:latin typeface="Viaoda Libre"/>
                <a:ea typeface="Viaoda Libre"/>
              </a:rPr>
              <a:t> Range</a:t>
            </a:r>
            <a:endParaRPr lang="fr-FR" sz="3300" b="0" u="none" strike="noStrike">
              <a:solidFill>
                <a:schemeClr val="dk1"/>
              </a:solidFill>
              <a:effectLst/>
              <a:uFillTx/>
              <a:latin typeface="Arial" panose="020B0604020202020204"/>
            </a:endParaRPr>
          </a:p>
        </p:txBody>
      </p:sp>
      <p:sp>
        <p:nvSpPr>
          <p:cNvPr id="64" name="PlaceHolder 2"/>
          <p:cNvSpPr>
            <a:spLocks noGrp="1"/>
          </p:cNvSpPr>
          <p:nvPr>
            <p:ph type="subTitle"/>
          </p:nvPr>
        </p:nvSpPr>
        <p:spPr>
          <a:xfrm>
            <a:off x="827240" y="1628760"/>
            <a:ext cx="7295760" cy="1885680"/>
          </a:xfrm>
          <a:prstGeom prst="rect">
            <a:avLst/>
          </a:prstGeom>
          <a:noFill/>
          <a:ln w="0">
            <a:noFill/>
          </a:ln>
        </p:spPr>
        <p:txBody>
          <a:bodyPr lIns="91440" tIns="91440" rIns="91440" bIns="91440" anchor="t">
            <a:normAutofit/>
          </a:bodyPr>
          <a:p>
            <a:pPr indent="0">
              <a:lnSpc>
                <a:spcPct val="120000"/>
              </a:lnSpc>
              <a:buNone/>
              <a:tabLst>
                <a:tab pos="0" algn="l"/>
              </a:tabLst>
            </a:pPr>
            <a:r>
              <a:rPr lang="en-US" sz="1400" b="0" u="none" strike="noStrike">
                <a:solidFill>
                  <a:schemeClr val="dk1"/>
                </a:solidFill>
                <a:effectLst/>
                <a:uFillTx/>
                <a:latin typeface="Albert Sans"/>
                <a:ea typeface="Albert Sans"/>
              </a:rPr>
              <a:t>Electric vehicles typically offer rapid acceleration and smooth operation due to their electric motors. However, EVs generally have a shorter driving range compared to petrol vehicles, constrained by current battery technology. Advances are closing this gap, but petrol vehicles still provide longer ranges and faster refueling times, which remain an advantage for long-distance travel.</a:t>
            </a:r>
            <a:endParaRPr lang="en-US" sz="14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35560" y="-20925"/>
            <a:ext cx="8115120" cy="1275840"/>
          </a:xfrm>
          <a:prstGeom prst="rect">
            <a:avLst/>
          </a:prstGeom>
          <a:noFill/>
          <a:ln w="0">
            <a:noFill/>
          </a:ln>
        </p:spPr>
        <p:txBody>
          <a:bodyPr lIns="91440" tIns="91440" rIns="91440" bIns="91440" anchor="b">
            <a:normAutofit/>
          </a:bodyPr>
          <a:p>
            <a:pPr indent="0">
              <a:lnSpc>
                <a:spcPct val="100000"/>
              </a:lnSpc>
              <a:buNone/>
              <a:tabLst>
                <a:tab pos="0" algn="l"/>
              </a:tabLst>
            </a:pPr>
            <a:r>
              <a:rPr lang="en-US" sz="3300" b="0" u="none" strike="noStrike">
                <a:solidFill>
                  <a:schemeClr val="dk1"/>
                </a:solidFill>
                <a:effectLst/>
                <a:uFillTx/>
                <a:latin typeface="Viaoda Libre"/>
                <a:ea typeface="Viaoda Libre"/>
              </a:rPr>
              <a:t>Charging vs Refueling</a:t>
            </a:r>
            <a:r>
              <a:rPr lang="en-US" sz="3300" b="0" i="1" u="none" strike="noStrike">
                <a:solidFill>
                  <a:schemeClr val="dk1"/>
                </a:solidFill>
                <a:effectLst/>
                <a:uFillTx/>
                <a:latin typeface="Viaoda Libre"/>
                <a:ea typeface="Viaoda Libre"/>
              </a:rPr>
              <a:t> Networks</a:t>
            </a:r>
            <a:endParaRPr lang="fr-FR" sz="3300" b="0" u="none" strike="noStrike">
              <a:solidFill>
                <a:schemeClr val="dk1"/>
              </a:solidFill>
              <a:effectLst/>
              <a:uFillTx/>
              <a:latin typeface="Arial" panose="020B0604020202020204"/>
            </a:endParaRPr>
          </a:p>
        </p:txBody>
      </p:sp>
      <p:sp>
        <p:nvSpPr>
          <p:cNvPr id="68" name="PlaceHolder 2"/>
          <p:cNvSpPr>
            <a:spLocks noGrp="1"/>
          </p:cNvSpPr>
          <p:nvPr>
            <p:ph type="subTitle"/>
          </p:nvPr>
        </p:nvSpPr>
        <p:spPr>
          <a:xfrm>
            <a:off x="923760" y="1707500"/>
            <a:ext cx="7295760" cy="1885680"/>
          </a:xfrm>
          <a:prstGeom prst="rect">
            <a:avLst/>
          </a:prstGeom>
          <a:noFill/>
          <a:ln w="0">
            <a:noFill/>
          </a:ln>
        </p:spPr>
        <p:txBody>
          <a:bodyPr lIns="91440" tIns="91440" rIns="91440" bIns="91440" anchor="t">
            <a:normAutofit/>
          </a:bodyPr>
          <a:p>
            <a:pPr indent="0">
              <a:lnSpc>
                <a:spcPct val="120000"/>
              </a:lnSpc>
              <a:buNone/>
              <a:tabLst>
                <a:tab pos="0" algn="l"/>
              </a:tabLst>
            </a:pPr>
            <a:r>
              <a:rPr lang="en-US" sz="1400" b="0" u="none" strike="noStrike">
                <a:solidFill>
                  <a:schemeClr val="dk1"/>
                </a:solidFill>
                <a:effectLst/>
                <a:uFillTx/>
                <a:latin typeface="Albert Sans"/>
                <a:ea typeface="Albert Sans"/>
              </a:rPr>
              <a:t>Petrol vehicles benefit from an extensive and mature refueling infrastructure, allowing fast and widespread access to fuel. In contrast, EV charging networks are expanding but vary widely by region, with slower charging times requiring longer stops. Continued investment in fast-charging stations is critical to support widespread EV adoption.</a:t>
            </a:r>
            <a:endParaRPr lang="en-US" sz="14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51685" y="1131620"/>
            <a:ext cx="8113320" cy="1274760"/>
          </a:xfrm>
        </p:spPr>
        <p:txBody>
          <a:bodyPr/>
          <a:p>
            <a:r>
              <a:rPr lang="en-US" altLang="en-GB" sz="7200">
                <a:latin typeface="Cambria Math" panose="02040503050406030204" charset="0"/>
                <a:cs typeface="Cambria Math" panose="02040503050406030204" charset="0"/>
              </a:rPr>
              <a:t>THANK YOU</a:t>
            </a:r>
            <a:endParaRPr lang="en-US" altLang="en-GB" sz="7200">
              <a:latin typeface="Cambria Math" panose="02040503050406030204" charset="0"/>
              <a:cs typeface="Cambria Math" panose="02040503050406030204" charset="0"/>
            </a:endParaRPr>
          </a:p>
        </p:txBody>
      </p:sp>
    </p:spTree>
  </p:cSld>
  <p:clrMapOvr>
    <a:masterClrMapping/>
  </p:clrMapOvr>
</p:sld>
</file>

<file path=ppt/theme/theme1.xml><?xml version="1.0" encoding="utf-8"?>
<a:theme xmlns:a="http://schemas.openxmlformats.org/drawingml/2006/main"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1681</Words>
  <Application>WPS Presentation</Application>
  <PresentationFormat/>
  <Paragraphs>24</Paragraphs>
  <Slides>7</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7</vt:i4>
      </vt:variant>
    </vt:vector>
  </HeadingPairs>
  <TitlesOfParts>
    <vt:vector size="23" baseType="lpstr">
      <vt:lpstr>Arial</vt:lpstr>
      <vt:lpstr>SimSun</vt:lpstr>
      <vt:lpstr>Wingdings</vt:lpstr>
      <vt:lpstr>Arial</vt:lpstr>
      <vt:lpstr>Symbol</vt:lpstr>
      <vt:lpstr>Viaoda Libre</vt:lpstr>
      <vt:lpstr>Segoe Print</vt:lpstr>
      <vt:lpstr>Albert Sans</vt:lpstr>
      <vt:lpstr>OpenSymbol</vt:lpstr>
      <vt:lpstr>Bodoni MT</vt:lpstr>
      <vt:lpstr>Cambria Math</vt:lpstr>
      <vt:lpstr>Microsoft YaHei</vt:lpstr>
      <vt:lpstr>Arial Unicode MS</vt:lpstr>
      <vt:lpstr>Calibri</vt:lpstr>
      <vt:lpstr>Minimal Gradient by Slidesgo</vt:lpstr>
      <vt:lpstr>Slidesgo Final Pages</vt:lpstr>
      <vt:lpstr>EV vs Petrol  vehicles</vt:lpstr>
      <vt:lpstr>Introduction</vt:lpstr>
      <vt:lpstr>PowerPoint 演示文稿</vt:lpstr>
      <vt:lpstr>Operating Costs</vt:lpstr>
      <vt:lpstr>Performance and Range</vt:lpstr>
      <vt:lpstr>Charging vs Refueling Networks</vt:lpstr>
      <vt:lpstr>THANK YOU</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 vs Petrol  vehicles</dc:title>
  <dc:creator/>
  <cp:lastModifiedBy>PRANAVKIRUTHIK MOHANASUNDARAM</cp:lastModifiedBy>
  <cp:revision>2</cp:revision>
  <dcterms:created xsi:type="dcterms:W3CDTF">2025-10-31T15:45:00Z</dcterms:created>
  <dcterms:modified xsi:type="dcterms:W3CDTF">2025-11-20T05:57:14Z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ICV">
    <vt:lpwstr>518E387FB2114CE8B80262E6EE255F03_12</vt:lpwstr>
  </property>
  <property fmtid="{D5CDD505-2E9C-101B-9397-08002B2CF9AE}" pid="4" name="KSOProductBuildVer">
    <vt:lpwstr>2057-12.2.0.23149</vt:lpwstr>
  </property>
</Properties>
</file>